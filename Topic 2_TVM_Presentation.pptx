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13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oOjISvLTyy3AxKYSLiJybecW6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Value of Money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Financial Analytics | Understanding Basic Finance using Python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Understand the basic principle of Time Value of Money (TVM)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Understand Present Value (PV) and Future Value (FV)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Calculate the value of multiple cash flows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Understand annuities and their valuation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Translate TVM formulas into Python functions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Apply TVM concepts using real financial data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Does Money Have a Time Value?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₹1,00,000 today is not economically equivalent to ₹1,00,000 received one year from now.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Money available today can be invested and earn a return.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Inflation can reduce purchasing power over time.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Future cash flows involve uncertainty.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Therefore, the timing of a cash flow matters.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Core Idea of TVM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TVM allows us to move the value of money from one point in time to another.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Future Value (FV): move money forward through time.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Present Value (PV): move money backward through time.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interest/discount rate determines how much value changes over time.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Value: Compounding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Future Value tells us what an amount invested today will be worth in the future.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Formula: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FV = PV × (1 + r)^k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PV = amount today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 = interest rate per period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k = number of periods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Future Value Example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Suppose ₹10,000 is invested for 3 years at 10% per year.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FV = 10,000 × (1.10)^3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FV = ₹13,310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original investment grows through compounding.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 Value: Discounting</a:t>
            </a:r>
            <a:endParaRPr/>
          </a:p>
        </p:txBody>
      </p:sp>
      <p:sp>
        <p:nvSpPr>
          <p:cNvPr id="121" name="Google Shape;12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Present Value tells us what a future cash flow is worth today.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Formula: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PV = FV / (1 + r)^k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FV = future cash flow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 = discount rate per period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k = number of periods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Present Value Example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Suppose you will receive ₹13,310 after 3 years.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discount rate is 10% per year.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PV = 13,310 / (1.10)^3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PV = ₹10,000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PV and FV are therefore mirror concepts.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PV of Multiple Cash Flows</a:t>
            </a:r>
            <a:endParaRPr/>
          </a:p>
        </p:txBody>
      </p:sp>
      <p:sp>
        <p:nvSpPr>
          <p:cNvPr id="133" name="Google Shape;13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Financial decisions often involve several future cash flows rather than one.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Each cash flow is discounted separately to today.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individual present values are then added.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Formula: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PV = CF₁/(1+r)¹ + CF₂/(1+r)² + ... + CFₖ/(1+r)ᵏ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first cash flow is assumed to occur at the end of the first period.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Python: Present Value of Multiple Cash Flows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 the notebook, we create our own function: find_pv().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Inputs: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r → discount rate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cashflows → list of future cash flows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function discounts each cash flow according to its period and adds the results.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Python uses ** as the power operator.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TCS: Applying PV to Financial Data</a:t>
            </a: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extracted TCS historical Operating Cash Flows from our Nifty 50 dataset.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cash flows are stored as a Python list.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use the find_pv() function to demonstrate how multiple cash flows can be valued.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Important: historical cash flows are not automatically forecasts of future cash flows.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 valuation model requires an appropriate assumption about future cash flows.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Value of Multiple Cash Flows</a:t>
            </a:r>
            <a:endParaRPr/>
          </a:p>
        </p:txBody>
      </p:sp>
      <p:sp>
        <p:nvSpPr>
          <p:cNvPr id="151" name="Google Shape;15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can also calculate the future value of several cash flows.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Each cash flow is compounded forward to the chosen future date.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individual future values are then added.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This is implemented in the notebook using find_fv().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PV and FV calculations are mirror images of each other.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Annuity: Equal Periodic Cash Flows</a:t>
            </a:r>
            <a:endParaRPr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An annuity is a series of equal cash flows occurring at regular intervals.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Example: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₹100 at the end of every year for 5 years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Common examples include loan payments, pensions, insurance payments and regular investments.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annuity formulas simplify repeated calculations when cash flows are equal.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 Value of an Annuity (PVA)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For a normal (ordinary) annuity, the cash flow occurs at the end of each period.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Formula: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PVA = (A/r) × [1 − 1/(1+r)^k]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 = equal periodic cash flow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 = discount rate per period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k = number of periods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PVA: Simple Example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Annual cash flow (A) = ₹100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Discount rate (r) = 10%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Number of periods (k) = 5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PVA ≈ ₹379.08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PVA is the value today of the five equal future payments.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Value of an Annuity (FVA)</a:t>
            </a:r>
            <a:endParaRPr/>
          </a:p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FVA calculates the accumulated value of equal periodic cash flows at the end of the final period.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For a normal annuity: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</a:pPr>
            <a:r>
              <a:rPr lang="en-US" sz="1800"/>
              <a:t>FVA = A × [(1+r)^k − 1] / r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 = equal periodic cash flow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 = interest rate per period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k = number of periods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FVA: Simple Example</a:t>
            </a:r>
            <a:endParaRPr/>
          </a:p>
        </p:txBody>
      </p:sp>
      <p:sp>
        <p:nvSpPr>
          <p:cNvPr id="181" name="Google Shape;18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Annual cash flow (A) = ₹100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Interest rate (r) = 10%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Number of periods (k) = 5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FVA ≈ ₹610.51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The result represents the accumulated value on the date of the last payment.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Annuity Due</a:t>
            </a:r>
            <a:endParaRPr/>
          </a:p>
        </p:txBody>
      </p:sp>
      <p:sp>
        <p:nvSpPr>
          <p:cNvPr id="187" name="Google Shape;18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 normal annuity assumes the cash flow occurs at the end of each period.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An annuity due assumes the cash flow occurs at the beginning of each period.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Because the cash flow occurs one period earlier, its value is higher.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PVA of annuity due = PVA of normal annuity × (1 + r)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FVA of annuity due = FVA of normal annuity × (1 + r)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Choosing the Right TVM Function</a:t>
            </a:r>
            <a:endParaRPr/>
          </a:p>
        </p:txBody>
      </p:sp>
      <p:sp>
        <p:nvSpPr>
          <p:cNvPr id="193" name="Google Shape;19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Different cash flows → find_pv() or find_fv()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Equal periodic cash flows → find_pva() or find_fva()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PV → value measured today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FV → value measured at a future date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PVA → present value of equal future payments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FVA → accumulated value of equal periodic payments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TCS Practical Application</a:t>
            </a:r>
            <a:endParaRPr/>
          </a:p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Our Nifty 50 dataset provides historical financial information for companies such as TCS.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use the actual historical data to demonstrate data extraction and TVM implementation.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For annuity examples, we use an assumed constant future cash flow because historical TCS cash flows are not equal.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This distinction prevents us from incorrectly treating historical data as an annuity.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Finance Formula to Python</a:t>
            </a:r>
            <a:endParaRPr/>
          </a:p>
        </p:txBody>
      </p:sp>
      <p:sp>
        <p:nvSpPr>
          <p:cNvPr id="205" name="Google Shape;205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1. Identify the financial problem.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2. Identify the cash-flow pattern.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3. Select the appropriate TVM formula.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4. Translate the formula into a Python function.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5. Supply the required inputs.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6. Interpret the financial meaning of the result.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TVM: Key Takeaways</a:t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Money has a time value because money can earn a return over time.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Compounding moves value forward; discounting moves value backward.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Multiple cash flows require period-specific valuation.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Annuity formulas apply when periodic cash flows are equal.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Python functions make repeated TVM calculations easier and reusable.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Financial data must be interpreted carefully before applying a formula.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Activity / Quick Check</a:t>
            </a:r>
            <a:endParaRPr/>
          </a:p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A company expects to receive ₹20,000 at the end of each year for 5 years.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Discount rate = 10%.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Question 1: Is this a multiple-cash-flow problem or an annuity problem?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Question 2: Which Python function should be used for its present value?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Question 3: Which function should be used for its future value?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Use the notebook to calculate both.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FD1D8CF2B54A469E9354EF02A3BEFC9C_12</vt:lpwstr>
  </property>
  <property fmtid="{D5CDD505-2E9C-101B-9397-08002B2CF9AE}" pid="3" name="KSOProductBuildVer">
    <vt:lpwstr>1033-12.1.0.28032</vt:lpwstr>
  </property>
</Properties>
</file>